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Video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on 2026-03-15 01:20:58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video that shows a park with a variety of trees, a bench, and a few cars parked at a certain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Filename: sample-5s.mp4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speech detected in this video. The video may be silent or contain only background noise/music.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