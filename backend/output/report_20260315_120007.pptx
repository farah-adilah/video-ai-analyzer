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Video Analysis Report</a:t>
            </a:r>
          </a:p>
        </p:txBody>
      </p:sp>
      <p:sp>
        <p:nvSpPr>
          <p:cNvPr id="3" name="Subtitle 2"/>
          <p:cNvSpPr>
            <a:spLocks noGrp="1"/>
          </p:cNvSpPr>
          <p:nvPr>
            <p:ph type="subTitle" idx="1"/>
          </p:nvPr>
        </p:nvSpPr>
        <p:spPr/>
        <p:txBody>
          <a:bodyPr/>
          <a:lstStyle/>
          <a:p>
            <a:r>
              <a:t>Generated on 2026-03-15 12:00:08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A video analysis of a TED Talk reveals that the audience is the most important part of the conversation, with the internet serving as the secondary audience. The speaker emphasizes the importance of focusing on what the audience is actually interested in, rather than trying to speak to them with their own unique perspective. The speaker also provides a brief joke to lighten the mood and show that attention spans are gone.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Video Information</a:t>
            </a:r>
          </a:p>
        </p:txBody>
      </p:sp>
      <p:sp>
        <p:nvSpPr>
          <p:cNvPr id="3" name="Content Placeholder 2"/>
          <p:cNvSpPr>
            <a:spLocks noGrp="1"/>
          </p:cNvSpPr>
          <p:nvPr>
            <p:ph idx="1"/>
          </p:nvPr>
        </p:nvSpPr>
        <p:spPr/>
        <p:txBody>
          <a:bodyPr/>
          <a:lstStyle/>
          <a:p>
            <a:r>
              <a:t>Filename: A one minute TEDx Talk for the digital age _ Woody Roseland _ TEDxMileHigh.mp4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Transcription</a:t>
            </a:r>
          </a:p>
        </p:txBody>
      </p:sp>
      <p:sp>
        <p:nvSpPr>
          <p:cNvPr id="3" name="Content Placeholder 2"/>
          <p:cNvSpPr>
            <a:spLocks noGrp="1"/>
          </p:cNvSpPr>
          <p:nvPr>
            <p:ph idx="1"/>
          </p:nvPr>
        </p:nvSpPr>
        <p:spPr/>
        <p:txBody>
          <a:bodyPr/>
          <a:lstStyle/>
          <a:p>
            <a:r>
              <a:t> I'm going to be a fan of you. Wow. What an audience. But if I'm being honest, I don't care what you think of my talk. I don't. I care what the internet thinks of my talk. Because they're the ones who get it seen and get it shared. And I think that's where most people get it wrong. They're talking to you here. Instead of talking to you, random person scrolling Facebook. Thanks for the click. You see, back in 2009, we all had these weird little things called attention spans. Yeah, they're gone. They're gone. We killed them. They're dead. I'm trying to think of the last time I watched an 18-minute TED talk. It's been years, literally years. So if you're given a TED talk, keep it quick. I'm doing mine in under a minute. I'm at 44 seconds right now. That means we've got time for one final joke. Why are balloons so expensive? Inflation.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